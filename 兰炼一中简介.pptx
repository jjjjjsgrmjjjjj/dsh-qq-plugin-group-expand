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封面：兰炼一中（兰州市第五十八中学），甘肃省首批省级示范性高中。图片为学校“学生讲堂”活动。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数据来源：学校2024年招生报考指南（教职工175人、专任163人、2024招生630人、29次质量奖）；陕西师范大学本科招生信息网学校简介（占地18981㎡、36个教学班、在校生约1700人）。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校训、办学理念、“10683”学生发展愿景、炼一作风来自学校2024年招生报考指南与甘肃省教科院2024年特色案例展播；图为学校研学实践活动。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荣誉与升学成果来自学校2024年招生报考指南：29次兰州市高中教育质量优秀奖、连续9年西固区一等奖、40余所双一流高校优质生源基地。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 年建校  ｜  甘肃 · 兰州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7552" y="1755648"/>
            <a:ext cx="5760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兰炼一中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042416" y="298094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兰州市第五十八中学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060704" y="3694176"/>
            <a:ext cx="786384" cy="32004"/>
          </a:xfrm>
          <a:prstGeom prst="rect">
            <a:avLst/>
          </a:prstGeom>
          <a:solidFill>
            <a:srgbClr val="B08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7A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甘肃省首批省级示范性高中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51560" y="43708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创建于 1960 年，伴随“共和国长子”兰州炼油化工总厂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一路成长，六十余载深耕基础教育。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30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笃信 · 养德 · 励志 · 博学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93992" y="1371600"/>
            <a:ext cx="4700016" cy="3886200"/>
          </a:xfrm>
          <a:prstGeom prst="rect">
            <a:avLst/>
          </a:prstGeom>
          <a:ln w="9525">
            <a:solidFill>
              <a:srgbClr val="B08A4F"/>
            </a:solidFill>
            <a:prstDash val="solid"/>
          </a:ln>
        </p:spPr>
      </p:sp>
      <p:pic>
        <p:nvPicPr>
          <p:cNvPr id="11" name="Image 0" descr="/data/dsh/dsh_qq/.ppt-build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81328"/>
            <a:ext cx="4480560" cy="3666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93992" y="533095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学生讲堂：把讲台交给学生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｜ 学校概况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一所与石化城同龄的独立高中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创建于 1960 年　·　兰州市西固区　·　甘肃省首批省级示范性高中　·　数据截至 2024 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773936"/>
            <a:ext cx="10561320" cy="10973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D8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2157984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年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9848" y="2779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建校年份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305409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与兰州炼油化工总厂同步成长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07408" y="201168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D8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2157984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54296" y="2779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54296" y="305409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独立高中，在校生约 1700 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91856" y="201168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D8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38744" y="2157984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18981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38744" y="2779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校园占地面积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38744" y="305409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建筑面积约 20653 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685032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D8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69848" y="3831336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人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69848" y="44531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在编教职工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专任教师 163 人，正高 3 人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07408" y="3685032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D8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54296" y="3831336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630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人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54296" y="44531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年招生计划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54296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12 个班，含博学班、实验班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91856" y="3685032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D8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38744" y="3831336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238744" y="44531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高中教育质量优秀奖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38744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9 年获西固区一等奖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960" y="5358384"/>
            <a:ext cx="10561320" cy="54864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358384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办学定位：高品质现代化省级示范性卓越高中　·　战略目标：全省领先、西部一流、全国知名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6291072"/>
            <a:ext cx="10561320" cy="9144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63550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兰炼一中 · 兰州市第五十八中学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94960" y="635508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数据来源：学校《2024 年招生报考指南》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16768" y="6355080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｜ 文化 · 理念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笃信 · 养德 · 励志 · 博学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以文化人：从校训到“10683”学生发展愿景，让每个人都成为更好的自己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773936"/>
            <a:ext cx="10561320" cy="10973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30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　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231136"/>
            <a:ext cx="107899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31136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笃信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029968" y="2231136"/>
            <a:ext cx="107899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2231136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养德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3236976" y="2231136"/>
            <a:ext cx="107899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231136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励志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443984" y="2231136"/>
            <a:ext cx="107899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2231136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博学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98932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30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办学理念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2231136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学校发展师生，师生发展学校，</a:t>
            </a:r>
            <a:endParaRPr lang="en-US" sz="17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为了每个人成为更好的自己。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3401568"/>
            <a:ext cx="10561320" cy="9144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566160"/>
            <a:ext cx="512064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9525">
            <a:solidFill>
              <a:srgbClr val="E3D8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60704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“10683” 学生发展愿景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0704" y="4078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大重要习惯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63824" y="4078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大核心素养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0704" y="4572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项成长体验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63824" y="4572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大学习法则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0704" y="5074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学习法则：自主学习 · 合作学习 · 研究性学习</a:t>
            </a:r>
            <a:endParaRPr lang="en-US" sz="900" dirty="0"/>
          </a:p>
        </p:txBody>
      </p:sp>
      <p:pic>
        <p:nvPicPr>
          <p:cNvPr id="25" name="Image 0" descr="/data/dsh/dsh_qq/.ppt-build/cul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3511296"/>
            <a:ext cx="5102352" cy="23774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263640" y="5934456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研学实践：学生走进中国石油兰州石化公司石油精神教育基地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2960" y="552297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炼一作风：高、严、细、实，真抓实干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育人理念：长善救失，扬长容短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余个学生社团，“无体艺，不炼一”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22960" y="6291072"/>
            <a:ext cx="10561320" cy="9144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63550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兰炼一中 · 兰州市第五十八中学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394960" y="635508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资料来源：甘肃省教科院“特色发展典型案例”（2024）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16768" y="6355080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｜ 办学成果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二十九次兰州市高中教育质量优秀奖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四十余所“双一流”高校优质生源基地，办学品质持续提升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773936"/>
            <a:ext cx="10561320" cy="10973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兰州市高中教育质量优秀奖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62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2024 年，连续 9 年西固区一等奖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34840" y="19385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年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4840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连续获西固区高中质量一等奖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2962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区域领先，深受家长信赖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15384" y="2011680"/>
            <a:ext cx="9144" cy="1097280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9385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9E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余所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46720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“双一流”高校优质生源基地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0" y="2962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复旦、南开、同济等 40 余所高校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27264" y="2011680"/>
            <a:ext cx="9144" cy="1097280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300" kern="0" dirty="0">
                <a:solidFill>
                  <a:srgbClr val="B08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主要荣誉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9913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甘肃省首批省级示范性高中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4485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甘肃省卓越高中培育学校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9057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甘肃省德育工作六星校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3629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5212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省级文明单位、省级文明校园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06240" y="39913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5696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教育部“国防教育特色学校”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44485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5696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全国首批“家校共育”数字化试点校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06240" y="49057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5696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首批国家中小学智慧教育平台试点校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06240" y="5362956"/>
            <a:ext cx="68580" cy="68580"/>
          </a:xfrm>
          <a:prstGeom prst="rect">
            <a:avLst/>
          </a:prstGeom>
          <a:solidFill>
            <a:srgbClr val="9E2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5212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甘肃省新课程新教材实施省级示范校</a:t>
            </a:r>
            <a:endParaRPr lang="en-US" sz="1150" dirty="0"/>
          </a:p>
        </p:txBody>
      </p:sp>
      <p:pic>
        <p:nvPicPr>
          <p:cNvPr id="34" name="Image 0" descr="/data/dsh/dsh_qq/.ppt-build/res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566160"/>
            <a:ext cx="3246120" cy="185257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138160" y="54681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升旗仪式：每周一次的仪式课程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822960" y="6291072"/>
            <a:ext cx="10561320" cy="9144"/>
          </a:xfrm>
          <a:prstGeom prst="rect">
            <a:avLst/>
          </a:prstGeom>
          <a:solidFill>
            <a:srgbClr val="E3D8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" y="63550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兰炼一中 · 兰州市第五十八中学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394960" y="635508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数据来源：学校 2024 年招生报考指南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716768" y="6355080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兰炼一中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兰炼一中简介</dc:title>
  <dc:subject>学校简介 · 四页版</dc:subject>
  <dc:creator>DeepSeek Harness</dc:creator>
  <cp:lastModifiedBy>DeepSeek Harness</cp:lastModifiedBy>
  <cp:revision>1</cp:revision>
  <dcterms:created xsi:type="dcterms:W3CDTF">2026-10-21T07:41:42Z</dcterms:created>
  <dcterms:modified xsi:type="dcterms:W3CDTF">2026-10-21T07:41:42Z</dcterms:modified>
</cp:coreProperties>
</file>